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B366E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640080"/>
            <a:ext cx="3474720" cy="5786846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1206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 u="sng">
                <a:solidFill>
                  <a:srgbClr val="141414"/>
                </a:solidFill>
                <a:latin typeface="Arial"/>
              </a:rPr>
              <a:t>Problem Statement ID</a:t>
            </a:r>
            <a:r>
              <a:rPr sz="2200" b="1">
                <a:solidFill>
                  <a:srgbClr val="141414"/>
                </a:solidFill>
                <a:latin typeface="Arial"/>
              </a:rPr>
              <a:t> – </a:t>
            </a:r>
            <a:r>
              <a:rPr sz="2200" b="1">
                <a:solidFill>
                  <a:srgbClr val="1C488A"/>
                </a:solidFill>
                <a:latin typeface="Arial"/>
              </a:rPr>
              <a:t>SIH26001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>
                <a:solidFill>
                  <a:srgbClr val="141414"/>
                </a:solidFill>
                <a:latin typeface="Arial"/>
              </a:rPr>
              <a:t>Problem Statement Title</a:t>
            </a:r>
            <a:r>
              <a:rPr sz="2200" b="1">
                <a:solidFill>
                  <a:srgbClr val="141414"/>
                </a:solidFill>
                <a:latin typeface="Arial"/>
              </a:rPr>
              <a:t>– </a:t>
            </a:r>
            <a:r>
              <a:rPr sz="2200" b="1">
                <a:solidFill>
                  <a:srgbClr val="1C488A"/>
                </a:solidFill>
                <a:latin typeface="Arial"/>
              </a:rPr>
              <a:t>AI-Based early warning and landslide Risk Monitoring System in NER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>
                <a:solidFill>
                  <a:srgbClr val="141414"/>
                </a:solidFill>
                <a:latin typeface="Arial"/>
              </a:rPr>
              <a:t>Theme</a:t>
            </a:r>
            <a:r>
              <a:rPr sz="2200" b="1">
                <a:solidFill>
                  <a:srgbClr val="141414"/>
                </a:solidFill>
                <a:latin typeface="Arial"/>
              </a:rPr>
              <a:t>– </a:t>
            </a:r>
            <a:r>
              <a:rPr sz="2200" b="1">
                <a:solidFill>
                  <a:srgbClr val="1C488A"/>
                </a:solidFill>
                <a:latin typeface="Arial"/>
              </a:rPr>
              <a:t>Disaster Management / Miscellaneous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>
                <a:solidFill>
                  <a:srgbClr val="141414"/>
                </a:solidFill>
                <a:latin typeface="Arial"/>
              </a:rPr>
              <a:t>PS Category</a:t>
            </a:r>
            <a:r>
              <a:rPr sz="2200" b="1">
                <a:solidFill>
                  <a:srgbClr val="141414"/>
                </a:solidFill>
                <a:latin typeface="Arial"/>
              </a:rPr>
              <a:t>– </a:t>
            </a:r>
            <a:r>
              <a:rPr sz="2200" b="1">
                <a:solidFill>
                  <a:srgbClr val="1C488A"/>
                </a:solidFill>
                <a:latin typeface="Arial"/>
              </a:rPr>
              <a:t>Software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>
                <a:solidFill>
                  <a:srgbClr val="141414"/>
                </a:solidFill>
                <a:latin typeface="Arial"/>
              </a:rPr>
              <a:t>Team ID</a:t>
            </a:r>
            <a:r>
              <a:rPr sz="2200" b="1">
                <a:solidFill>
                  <a:srgbClr val="141414"/>
                </a:solidFill>
                <a:latin typeface="Arial"/>
              </a:rPr>
              <a:t>– </a:t>
            </a:r>
            <a:r>
              <a:rPr sz="2200" b="1">
                <a:solidFill>
                  <a:srgbClr val="1C488A"/>
                </a:solidFill>
                <a:latin typeface="Arial"/>
              </a:rPr>
              <a:t>[Your Team ID]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200"/>
              </a:spcAft>
            </a:pPr>
            <a:r>
              <a:rPr sz="2200" b="1">
                <a:solidFill>
                  <a:srgbClr val="141414"/>
                </a:solidFill>
                <a:latin typeface="Arial"/>
              </a:rPr>
              <a:t>•  </a:t>
            </a:r>
            <a:r>
              <a:rPr sz="2200" b="1">
                <a:solidFill>
                  <a:srgbClr val="141414"/>
                </a:solidFill>
                <a:latin typeface="Arial"/>
              </a:rPr>
              <a:t>Team Name</a:t>
            </a:r>
            <a:r>
              <a:rPr sz="2200" b="1">
                <a:solidFill>
                  <a:srgbClr val="141414"/>
                </a:solidFill>
                <a:latin typeface="Arial"/>
              </a:rPr>
              <a:t>– </a:t>
            </a:r>
            <a:r>
              <a:rPr sz="2200" b="1">
                <a:solidFill>
                  <a:srgbClr val="1C488A"/>
                </a:solidFill>
                <a:latin typeface="Arial"/>
              </a:rPr>
              <a:t>AEGIS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